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income &gt;50K using Census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Cleaning, encoding, scaling, splitting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Boosting best (~87%), Ensemble ~88%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 + Ensemble models = best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